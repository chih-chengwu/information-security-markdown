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flipH="1">
            <a:off x="3556000" y="0"/>
            <a:ext cx="8636000" cy="6858000"/>
          </a:xfrm>
          <a:prstGeom prst="rect">
            <a:avLst/>
          </a:prstGeom>
          <a:blipFill>
            <a:blip r:embed="rId2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9" name="直線接點 8"/>
          <p:cNvSpPr>
            <a:spLocks noChangeShapeType="1"/>
          </p:cNvSpPr>
          <p:nvPr/>
        </p:nvSpPr>
        <p:spPr bwMode="auto">
          <a:xfrm rot="16200000">
            <a:off x="127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12" name="標題 11"/>
          <p:cNvSpPr>
            <a:spLocks noGrp="1"/>
          </p:cNvSpPr>
          <p:nvPr>
            <p:ph type="ctrTitle"/>
          </p:nvPr>
        </p:nvSpPr>
        <p:spPr>
          <a:xfrm>
            <a:off x="4489157" y="533400"/>
            <a:ext cx="68072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25" name="副標題 24"/>
          <p:cNvSpPr>
            <a:spLocks noGrp="1"/>
          </p:cNvSpPr>
          <p:nvPr>
            <p:ph type="subTitle" idx="1"/>
          </p:nvPr>
        </p:nvSpPr>
        <p:spPr>
          <a:xfrm>
            <a:off x="4472589" y="3539864"/>
            <a:ext cx="6819704" cy="1101248"/>
          </a:xfrm>
        </p:spPr>
        <p:txBody>
          <a:bodyPr lIns="45720" tIns="0" rIns="45720" bIns="0"/>
          <a:lstStyle>
            <a:lvl1pPr marL="0" indent="0" algn="r">
              <a:lnSpc>
                <a:spcPct val="100000"/>
              </a:lnSpc>
              <a:spcBef>
                <a:spcPts val="600"/>
              </a:spcBef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TW" altLang="en-US" dirty="0" smtClean="0"/>
              <a:t>按一下以編輯母片副標題樣式</a:t>
            </a:r>
            <a:endParaRPr kumimoji="0" lang="en-US" dirty="0"/>
          </a:p>
        </p:txBody>
      </p:sp>
      <p:sp>
        <p:nvSpPr>
          <p:cNvPr id="31" name="日期版面配置區 30"/>
          <p:cNvSpPr>
            <a:spLocks noGrp="1"/>
          </p:cNvSpPr>
          <p:nvPr>
            <p:ph type="dt" sz="half" idx="10"/>
          </p:nvPr>
        </p:nvSpPr>
        <p:spPr>
          <a:xfrm>
            <a:off x="7828299" y="6557946"/>
            <a:ext cx="2669952" cy="226902"/>
          </a:xfrm>
          <a:prstGeom prst="rect">
            <a:avLst/>
          </a:prstGeo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4A3E55C4-1B54-4260-BC9F-92F1C3DAF52B}" type="datetimeFigureOut">
              <a:rPr lang="zh-TW" altLang="en-US" smtClean="0"/>
              <a:pPr/>
              <a:t>2025/12/29</a:t>
            </a:fld>
            <a:endParaRPr lang="zh-TW" altLang="en-US"/>
          </a:p>
        </p:txBody>
      </p:sp>
      <p:sp>
        <p:nvSpPr>
          <p:cNvPr id="18" name="頁尾版面配置區 17"/>
          <p:cNvSpPr>
            <a:spLocks noGrp="1"/>
          </p:cNvSpPr>
          <p:nvPr>
            <p:ph type="ftr" sz="quarter" idx="11"/>
          </p:nvPr>
        </p:nvSpPr>
        <p:spPr>
          <a:xfrm>
            <a:off x="3759200" y="6557946"/>
            <a:ext cx="3903629" cy="228600"/>
          </a:xfrm>
          <a:prstGeom prst="rect">
            <a:avLst/>
          </a:prstGeo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10507845" y="6556248"/>
            <a:ext cx="784448" cy="228600"/>
          </a:xfrm>
          <a:prstGeom prst="rect">
            <a:avLst/>
          </a:prstGeo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43A45172-8F7E-402C-BA55-470F886D373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81096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0960" y="1357298"/>
            <a:ext cx="10953827" cy="5098438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2400"/>
            </a:lvl1pPr>
            <a:lvl2pPr>
              <a:lnSpc>
                <a:spcPct val="120000"/>
              </a:lnSpc>
              <a:spcBef>
                <a:spcPts val="1000"/>
              </a:spcBef>
              <a:defRPr sz="2000"/>
            </a:lvl2pPr>
            <a:lvl3pPr>
              <a:lnSpc>
                <a:spcPct val="120000"/>
              </a:lnSpc>
              <a:spcBef>
                <a:spcPts val="1000"/>
              </a:spcBef>
              <a:defRPr sz="1800"/>
            </a:lvl3pPr>
            <a:lvl4pPr>
              <a:lnSpc>
                <a:spcPct val="120000"/>
              </a:lnSpc>
              <a:spcBef>
                <a:spcPts val="1000"/>
              </a:spcBef>
              <a:defRPr sz="1600"/>
            </a:lvl4pPr>
            <a:lvl5pPr>
              <a:lnSpc>
                <a:spcPct val="120000"/>
              </a:lnSpc>
              <a:spcBef>
                <a:spcPts val="1000"/>
              </a:spcBef>
              <a:defRPr sz="1600"/>
            </a:lvl5pPr>
            <a:extLst/>
          </a:lstStyle>
          <a:p>
            <a:pPr lvl="0" eaLnBrk="1" latinLnBrk="0" hangingPunct="1"/>
            <a:r>
              <a:rPr lang="zh-TW" altLang="en-US" dirty="0" smtClean="0"/>
              <a:t>按一下以編輯母片文字樣式</a:t>
            </a:r>
          </a:p>
          <a:p>
            <a:pPr lvl="1" eaLnBrk="1" latinLnBrk="0" hangingPunct="1"/>
            <a:r>
              <a:rPr lang="zh-TW" altLang="en-US" dirty="0" smtClean="0"/>
              <a:t>第二層</a:t>
            </a:r>
          </a:p>
          <a:p>
            <a:pPr lvl="2" eaLnBrk="1" latinLnBrk="0" hangingPunct="1"/>
            <a:r>
              <a:rPr lang="zh-TW" altLang="en-US" dirty="0" smtClean="0"/>
              <a:t>第三層</a:t>
            </a:r>
          </a:p>
          <a:p>
            <a:pPr lvl="3" eaLnBrk="1" latinLnBrk="0" hangingPunct="1"/>
            <a:r>
              <a:rPr lang="zh-TW" altLang="en-US" dirty="0" smtClean="0"/>
              <a:t>第四層</a:t>
            </a:r>
          </a:p>
          <a:p>
            <a:pPr lvl="4" eaLnBrk="1" latinLnBrk="0" hangingPunct="1"/>
            <a:r>
              <a:rPr lang="zh-TW" altLang="en-US" dirty="0" smtClean="0"/>
              <a:t>第五層</a:t>
            </a:r>
            <a:endParaRPr kumimoji="0" lang="en-US" dirty="0"/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0699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22400" y="2821838"/>
            <a:ext cx="8340651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422400" y="1905001"/>
            <a:ext cx="8340651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6298984" y="6556810"/>
            <a:ext cx="2669952" cy="226902"/>
          </a:xfrm>
          <a:prstGeom prst="rect">
            <a:avLst/>
          </a:prstGeo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4A3E55C4-1B54-4260-BC9F-92F1C3DAF52B}" type="datetimeFigureOut">
              <a:rPr lang="zh-TW" altLang="en-US" smtClean="0">
                <a:solidFill>
                  <a:srgbClr val="B13F9A"/>
                </a:solidFill>
              </a:rPr>
              <a:pPr/>
              <a:t>2025/12/29</a:t>
            </a:fld>
            <a:endParaRPr lang="zh-TW" altLang="en-US">
              <a:solidFill>
                <a:srgbClr val="B13F9A"/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2313811" y="6556810"/>
            <a:ext cx="3860800" cy="228600"/>
          </a:xfrm>
          <a:prstGeom prst="rect">
            <a:avLst/>
          </a:prstGeo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zh-TW" altLang="en-US">
              <a:solidFill>
                <a:srgbClr val="B13F9A"/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8978603" y="6555112"/>
            <a:ext cx="784448" cy="228600"/>
          </a:xfrm>
          <a:prstGeom prst="rect">
            <a:avLst/>
          </a:prstGeom>
        </p:spPr>
        <p:txBody>
          <a:bodyPr/>
          <a:lstStyle/>
          <a:p>
            <a:fld id="{43A45172-8F7E-402C-BA55-470F886D373C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65121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0960" y="320040"/>
            <a:ext cx="10953827" cy="680068"/>
          </a:xfrm>
        </p:spPr>
        <p:txBody>
          <a:bodyPr/>
          <a:lstStyle/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80960" y="1285860"/>
            <a:ext cx="5334037" cy="5143536"/>
          </a:xfrm>
        </p:spPr>
        <p:txBody>
          <a:bodyPr anchor="t"/>
          <a:lstStyle>
            <a:lvl1pPr>
              <a:lnSpc>
                <a:spcPct val="120000"/>
              </a:lnSpc>
              <a:spcBef>
                <a:spcPts val="800"/>
              </a:spcBef>
              <a:defRPr sz="2000"/>
            </a:lvl1pPr>
            <a:lvl2pPr>
              <a:lnSpc>
                <a:spcPct val="120000"/>
              </a:lnSpc>
              <a:spcBef>
                <a:spcPts val="800"/>
              </a:spcBef>
              <a:defRPr sz="1800"/>
            </a:lvl2pPr>
            <a:lvl3pPr>
              <a:lnSpc>
                <a:spcPct val="120000"/>
              </a:lnSpc>
              <a:spcBef>
                <a:spcPts val="800"/>
              </a:spcBef>
              <a:defRPr sz="1800"/>
            </a:lvl3pPr>
            <a:lvl4pPr>
              <a:lnSpc>
                <a:spcPct val="120000"/>
              </a:lnSpc>
              <a:spcBef>
                <a:spcPts val="800"/>
              </a:spcBef>
              <a:defRPr sz="1800"/>
            </a:lvl4pPr>
            <a:lvl5pPr>
              <a:lnSpc>
                <a:spcPct val="120000"/>
              </a:lnSpc>
              <a:spcBef>
                <a:spcPts val="800"/>
              </a:spcBef>
              <a:defRPr sz="1800"/>
            </a:lvl5pPr>
            <a:extLst/>
          </a:lstStyle>
          <a:p>
            <a:pPr lvl="0" eaLnBrk="1" latinLnBrk="0" hangingPunct="1"/>
            <a:r>
              <a:rPr lang="zh-TW" altLang="en-US" dirty="0" smtClean="0"/>
              <a:t>按一下以編輯母片文字樣式</a:t>
            </a:r>
          </a:p>
          <a:p>
            <a:pPr lvl="1" eaLnBrk="1" latinLnBrk="0" hangingPunct="1"/>
            <a:r>
              <a:rPr lang="zh-TW" altLang="en-US" dirty="0" smtClean="0"/>
              <a:t>第二層</a:t>
            </a:r>
          </a:p>
          <a:p>
            <a:pPr lvl="2" eaLnBrk="1" latinLnBrk="0" hangingPunct="1"/>
            <a:r>
              <a:rPr lang="zh-TW" altLang="en-US" dirty="0" smtClean="0"/>
              <a:t>第三層</a:t>
            </a:r>
          </a:p>
          <a:p>
            <a:pPr lvl="3" eaLnBrk="1" latinLnBrk="0" hangingPunct="1"/>
            <a:r>
              <a:rPr lang="zh-TW" altLang="en-US" dirty="0" smtClean="0"/>
              <a:t>第四層</a:t>
            </a:r>
          </a:p>
          <a:p>
            <a:pPr lvl="4" eaLnBrk="1" latinLnBrk="0" hangingPunct="1"/>
            <a:r>
              <a:rPr lang="zh-TW" altLang="en-US" dirty="0" smtClean="0"/>
              <a:t>第五層</a:t>
            </a:r>
            <a:endParaRPr kumimoji="0" 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00749" y="1285860"/>
            <a:ext cx="5343147" cy="5143536"/>
          </a:xfrm>
        </p:spPr>
        <p:txBody>
          <a:bodyPr anchor="t"/>
          <a:lstStyle>
            <a:lvl1pPr>
              <a:lnSpc>
                <a:spcPct val="120000"/>
              </a:lnSpc>
              <a:spcBef>
                <a:spcPts val="800"/>
              </a:spcBef>
              <a:defRPr sz="2000"/>
            </a:lvl1pPr>
            <a:lvl2pPr>
              <a:lnSpc>
                <a:spcPct val="120000"/>
              </a:lnSpc>
              <a:spcBef>
                <a:spcPts val="800"/>
              </a:spcBef>
              <a:defRPr sz="1800"/>
            </a:lvl2pPr>
            <a:lvl3pPr>
              <a:lnSpc>
                <a:spcPct val="120000"/>
              </a:lnSpc>
              <a:spcBef>
                <a:spcPts val="800"/>
              </a:spcBef>
              <a:defRPr sz="1800"/>
            </a:lvl3pPr>
            <a:lvl4pPr>
              <a:lnSpc>
                <a:spcPct val="120000"/>
              </a:lnSpc>
              <a:spcBef>
                <a:spcPts val="800"/>
              </a:spcBef>
              <a:defRPr sz="1800"/>
            </a:lvl4pPr>
            <a:lvl5pPr>
              <a:lnSpc>
                <a:spcPct val="120000"/>
              </a:lnSpc>
              <a:spcBef>
                <a:spcPts val="800"/>
              </a:spcBef>
              <a:defRPr sz="1800"/>
            </a:lvl5pPr>
            <a:extLst/>
          </a:lstStyle>
          <a:p>
            <a:pPr lvl="0" eaLnBrk="1" latinLnBrk="0" hangingPunct="1"/>
            <a:r>
              <a:rPr lang="zh-TW" altLang="en-US" dirty="0" smtClean="0"/>
              <a:t>按一下以編輯母片文字樣式</a:t>
            </a:r>
          </a:p>
          <a:p>
            <a:pPr lvl="1" eaLnBrk="1" latinLnBrk="0" hangingPunct="1"/>
            <a:r>
              <a:rPr lang="zh-TW" altLang="en-US" dirty="0" smtClean="0"/>
              <a:t>第二層</a:t>
            </a:r>
          </a:p>
          <a:p>
            <a:pPr lvl="2" eaLnBrk="1" latinLnBrk="0" hangingPunct="1"/>
            <a:r>
              <a:rPr lang="zh-TW" altLang="en-US" dirty="0" smtClean="0"/>
              <a:t>第三層</a:t>
            </a:r>
          </a:p>
          <a:p>
            <a:pPr lvl="3" eaLnBrk="1" latinLnBrk="0" hangingPunct="1"/>
            <a:r>
              <a:rPr lang="zh-TW" altLang="en-US" dirty="0" smtClean="0"/>
              <a:t>第四層</a:t>
            </a:r>
          </a:p>
          <a:p>
            <a:pPr lvl="4" eaLnBrk="1" latinLnBrk="0" hangingPunct="1"/>
            <a:r>
              <a:rPr lang="zh-TW" altLang="en-US" dirty="0" smtClean="0"/>
              <a:t>第五層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927666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320040"/>
            <a:ext cx="9656064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5867400"/>
            <a:ext cx="469392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5571744" y="5867400"/>
            <a:ext cx="469392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609600" y="1711840"/>
            <a:ext cx="469392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5571744" y="1711840"/>
            <a:ext cx="469392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>
          <a:xfrm>
            <a:off x="5661248" y="6557946"/>
            <a:ext cx="2669952" cy="226902"/>
          </a:xfrm>
          <a:prstGeom prst="rect">
            <a:avLst/>
          </a:prstGeom>
        </p:spPr>
        <p:txBody>
          <a:bodyPr/>
          <a:lstStyle/>
          <a:p>
            <a:fld id="{4A3E55C4-1B54-4260-BC9F-92F1C3DAF52B}" type="datetimeFigureOut">
              <a:rPr lang="zh-TW" altLang="en-US" smtClean="0">
                <a:solidFill>
                  <a:prstClr val="black"/>
                </a:solidFill>
              </a:rPr>
              <a:pPr/>
              <a:t>2025/12/29</a:t>
            </a:fld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>
          <a:xfrm>
            <a:off x="380960" y="6572272"/>
            <a:ext cx="5105440" cy="214274"/>
          </a:xfrm>
          <a:prstGeom prst="rect">
            <a:avLst/>
          </a:prstGeom>
        </p:spPr>
        <p:txBody>
          <a:bodyPr/>
          <a:lstStyle/>
          <a:p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>
          <a:xfrm>
            <a:off x="10572781" y="6556248"/>
            <a:ext cx="784448" cy="228600"/>
          </a:xfrm>
          <a:prstGeom prst="rect">
            <a:avLst/>
          </a:prstGeom>
        </p:spPr>
        <p:txBody>
          <a:bodyPr/>
          <a:lstStyle/>
          <a:p>
            <a:fld id="{43A45172-8F7E-402C-BA55-470F886D373C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1033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0960" y="320040"/>
            <a:ext cx="10763325" cy="680068"/>
          </a:xfrm>
        </p:spPr>
        <p:txBody>
          <a:bodyPr/>
          <a:lstStyle/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6" name="頁尾版面配置區 3"/>
          <p:cNvSpPr>
            <a:spLocks noGrp="1"/>
          </p:cNvSpPr>
          <p:nvPr>
            <p:ph type="ftr" sz="quarter" idx="3"/>
          </p:nvPr>
        </p:nvSpPr>
        <p:spPr>
          <a:xfrm>
            <a:off x="380960" y="6572272"/>
            <a:ext cx="5105440" cy="214274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r>
              <a:rPr lang="en-US" altLang="zh-TW" smtClean="0">
                <a:solidFill>
                  <a:srgbClr val="B13F9A"/>
                </a:solidFill>
              </a:rPr>
              <a:t>Information Security Course and Laboratories (ISCAL)</a:t>
            </a:r>
            <a:endParaRPr lang="zh-TW" altLang="en-US" dirty="0">
              <a:solidFill>
                <a:srgbClr val="B13F9A"/>
              </a:solidFill>
            </a:endParaRPr>
          </a:p>
        </p:txBody>
      </p:sp>
      <p:sp>
        <p:nvSpPr>
          <p:cNvPr id="7" name="投影片編號版面配置區 15"/>
          <p:cNvSpPr>
            <a:spLocks noGrp="1"/>
          </p:cNvSpPr>
          <p:nvPr>
            <p:ph type="sldNum" sz="quarter" idx="4"/>
          </p:nvPr>
        </p:nvSpPr>
        <p:spPr>
          <a:xfrm>
            <a:off x="10572781" y="6556248"/>
            <a:ext cx="784448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1F999C51-7129-4ACB-A1F5-532040B605C4}" type="slidenum">
              <a:rPr lang="zh-TW" altLang="en-US" smtClean="0">
                <a:solidFill>
                  <a:srgbClr val="B13F9A"/>
                </a:solidFill>
              </a:rPr>
              <a:pPr/>
              <a:t>‹#›</a:t>
            </a:fld>
            <a:endParaRPr lang="zh-TW" altLang="en-US" dirty="0">
              <a:solidFill>
                <a:srgbClr val="B13F9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9637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>
          <a:xfrm>
            <a:off x="5661248" y="6557946"/>
            <a:ext cx="2669952" cy="226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4A3E55C4-1B54-4260-BC9F-92F1C3DAF52B}" type="datetimeFigureOut">
              <a:rPr lang="zh-TW" altLang="en-US" smtClean="0">
                <a:solidFill>
                  <a:srgbClr val="B13F9A"/>
                </a:solidFill>
              </a:rPr>
              <a:pPr/>
              <a:t>2025/12/29</a:t>
            </a:fld>
            <a:endParaRPr lang="zh-TW" altLang="en-US">
              <a:solidFill>
                <a:srgbClr val="B13F9A"/>
              </a:solidFill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>
          <a:xfrm>
            <a:off x="380960" y="6572272"/>
            <a:ext cx="5105440" cy="21427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zh-TW" altLang="en-US">
              <a:solidFill>
                <a:srgbClr val="B13F9A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10572781" y="6556248"/>
            <a:ext cx="784448" cy="228600"/>
          </a:xfrm>
          <a:prstGeom prst="rect">
            <a:avLst/>
          </a:prstGeom>
        </p:spPr>
        <p:txBody>
          <a:bodyPr/>
          <a:lstStyle/>
          <a:p>
            <a:fld id="{43A45172-8F7E-402C-BA55-470F886D373C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5524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786384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609600" y="1497416"/>
            <a:ext cx="786384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609600" y="2133600"/>
            <a:ext cx="9652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5661248" y="6557946"/>
            <a:ext cx="2669952" cy="226902"/>
          </a:xfrm>
          <a:prstGeom prst="rect">
            <a:avLst/>
          </a:prstGeom>
        </p:spPr>
        <p:txBody>
          <a:bodyPr/>
          <a:lstStyle/>
          <a:p>
            <a:fld id="{4A3E55C4-1B54-4260-BC9F-92F1C3DAF52B}" type="datetimeFigureOut">
              <a:rPr lang="zh-TW" altLang="en-US" smtClean="0">
                <a:solidFill>
                  <a:prstClr val="black"/>
                </a:solidFill>
              </a:rPr>
              <a:pPr/>
              <a:t>2025/12/29</a:t>
            </a:fld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380960" y="6572272"/>
            <a:ext cx="5105440" cy="214274"/>
          </a:xfrm>
          <a:prstGeom prst="rect">
            <a:avLst/>
          </a:prstGeom>
        </p:spPr>
        <p:txBody>
          <a:bodyPr/>
          <a:lstStyle/>
          <a:p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10572781" y="6556248"/>
            <a:ext cx="784448" cy="228600"/>
          </a:xfrm>
          <a:prstGeom prst="rect">
            <a:avLst/>
          </a:prstGeom>
        </p:spPr>
        <p:txBody>
          <a:bodyPr/>
          <a:lstStyle/>
          <a:p>
            <a:fld id="{43A45172-8F7E-402C-BA55-470F886D373C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959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rot="21240000">
            <a:off x="797292" y="1004669"/>
            <a:ext cx="5759369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 rot="21420000">
            <a:off x="795609" y="998817"/>
            <a:ext cx="5759369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185464" y="1143000"/>
            <a:ext cx="4572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7185464" y="3283634"/>
            <a:ext cx="4572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5661248" y="6557946"/>
            <a:ext cx="2669952" cy="226902"/>
          </a:xfrm>
          <a:prstGeom prst="rect">
            <a:avLst/>
          </a:prstGeom>
        </p:spPr>
        <p:txBody>
          <a:bodyPr/>
          <a:lstStyle/>
          <a:p>
            <a:fld id="{4A3E55C4-1B54-4260-BC9F-92F1C3DAF52B}" type="datetimeFigureOut">
              <a:rPr lang="zh-TW" altLang="en-US" smtClean="0">
                <a:solidFill>
                  <a:prstClr val="white"/>
                </a:solidFill>
              </a:rPr>
              <a:pPr/>
              <a:t>2025/12/29</a:t>
            </a:fld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380960" y="6572272"/>
            <a:ext cx="5105440" cy="214274"/>
          </a:xfrm>
          <a:prstGeom prst="rect">
            <a:avLst/>
          </a:prstGeom>
        </p:spPr>
        <p:txBody>
          <a:bodyPr/>
          <a:lstStyle/>
          <a:p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10572781" y="6556248"/>
            <a:ext cx="784448" cy="228600"/>
          </a:xfrm>
          <a:prstGeom prst="rect">
            <a:avLst/>
          </a:prstGeom>
        </p:spPr>
        <p:txBody>
          <a:bodyPr/>
          <a:lstStyle/>
          <a:p>
            <a:fld id="{43A45172-8F7E-402C-BA55-470F886D373C}" type="slidenum">
              <a:rPr lang="zh-TW" altLang="en-US" smtClean="0">
                <a:solidFill>
                  <a:prstClr val="white"/>
                </a:solidFill>
              </a:rPr>
              <a:pPr/>
              <a:t>‹#›</a:t>
            </a:fld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0" name="圖片版面配置區 9"/>
          <p:cNvSpPr>
            <a:spLocks noGrp="1"/>
          </p:cNvSpPr>
          <p:nvPr>
            <p:ph type="pic" idx="1"/>
          </p:nvPr>
        </p:nvSpPr>
        <p:spPr>
          <a:xfrm>
            <a:off x="884909" y="1041002"/>
            <a:ext cx="560832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zh-TW" altLang="en-US" smtClean="0"/>
              <a:t>按一下圖示以新增圖片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9831473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5661248" y="6557946"/>
            <a:ext cx="2669952" cy="226902"/>
          </a:xfrm>
          <a:prstGeom prst="rect">
            <a:avLst/>
          </a:prstGeom>
        </p:spPr>
        <p:txBody>
          <a:bodyPr/>
          <a:lstStyle/>
          <a:p>
            <a:fld id="{4A3E55C4-1B54-4260-BC9F-92F1C3DAF52B}" type="datetimeFigureOut">
              <a:rPr lang="zh-TW" altLang="en-US" smtClean="0">
                <a:solidFill>
                  <a:prstClr val="black"/>
                </a:solidFill>
              </a:rPr>
              <a:pPr/>
              <a:t>2025/12/29</a:t>
            </a:fld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380960" y="6572272"/>
            <a:ext cx="5105440" cy="214274"/>
          </a:xfrm>
          <a:prstGeom prst="rect">
            <a:avLst/>
          </a:prstGeom>
        </p:spPr>
        <p:txBody>
          <a:bodyPr/>
          <a:lstStyle/>
          <a:p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572781" y="6556248"/>
            <a:ext cx="784448" cy="228600"/>
          </a:xfrm>
          <a:prstGeom prst="rect">
            <a:avLst/>
          </a:prstGeom>
        </p:spPr>
        <p:txBody>
          <a:bodyPr/>
          <a:lstStyle/>
          <a:p>
            <a:fld id="{43A45172-8F7E-402C-BA55-470F886D373C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6208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620275" y="274956"/>
            <a:ext cx="1149325" cy="5851525"/>
          </a:xfrm>
        </p:spPr>
        <p:txBody>
          <a:bodyPr vert="eaVert" anchor="t"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3"/>
            <a:ext cx="8629672" cy="5851525"/>
          </a:xfrm>
        </p:spPr>
        <p:txBody>
          <a:bodyPr vert="eaVert"/>
          <a:lstStyle/>
          <a:p>
            <a:pPr lvl="0" eaLnBrk="1" latinLnBrk="0" hangingPunct="1"/>
            <a:r>
              <a:rPr lang="zh-TW" altLang="en-US" dirty="0" smtClean="0"/>
              <a:t>按一下以編輯母片文字樣式</a:t>
            </a:r>
          </a:p>
          <a:p>
            <a:pPr lvl="1" eaLnBrk="1" latinLnBrk="0" hangingPunct="1"/>
            <a:r>
              <a:rPr lang="zh-TW" altLang="en-US" dirty="0" smtClean="0"/>
              <a:t>第二層</a:t>
            </a:r>
          </a:p>
          <a:p>
            <a:pPr lvl="2" eaLnBrk="1" latinLnBrk="0" hangingPunct="1"/>
            <a:r>
              <a:rPr lang="zh-TW" altLang="en-US" dirty="0" smtClean="0"/>
              <a:t>第三層</a:t>
            </a:r>
          </a:p>
          <a:p>
            <a:pPr lvl="3" eaLnBrk="1" latinLnBrk="0" hangingPunct="1"/>
            <a:r>
              <a:rPr lang="zh-TW" altLang="en-US" dirty="0" smtClean="0"/>
              <a:t>第四層</a:t>
            </a:r>
          </a:p>
          <a:p>
            <a:pPr lvl="4" eaLnBrk="1" latinLnBrk="0" hangingPunct="1"/>
            <a:r>
              <a:rPr lang="zh-TW" altLang="en-US" dirty="0" smtClean="0"/>
              <a:t>第五層</a:t>
            </a:r>
            <a:endParaRPr kumimoji="0"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5657088" y="6557946"/>
            <a:ext cx="2669952" cy="226902"/>
          </a:xfrm>
          <a:prstGeom prst="rect">
            <a:avLst/>
          </a:prstGeom>
        </p:spPr>
        <p:txBody>
          <a:bodyPr/>
          <a:lstStyle/>
          <a:p>
            <a:fld id="{4A3E55C4-1B54-4260-BC9F-92F1C3DAF52B}" type="datetimeFigureOut">
              <a:rPr lang="zh-TW" altLang="en-US" smtClean="0">
                <a:solidFill>
                  <a:prstClr val="black"/>
                </a:solidFill>
              </a:rPr>
              <a:pPr/>
              <a:t>2025/12/29</a:t>
            </a:fld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609600" y="6556248"/>
            <a:ext cx="4876800" cy="228600"/>
          </a:xfrm>
          <a:prstGeom prst="rect">
            <a:avLst/>
          </a:prstGeom>
        </p:spPr>
        <p:txBody>
          <a:bodyPr/>
          <a:lstStyle/>
          <a:p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8339328" y="6553200"/>
            <a:ext cx="784448" cy="22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43A45172-8F7E-402C-BA55-470F886D373C}" type="slidenum">
              <a:rPr lang="zh-TW" altLang="en-US" smtClean="0">
                <a:solidFill>
                  <a:srgbClr val="B13F9A"/>
                </a:solidFill>
              </a:rPr>
              <a:pPr/>
              <a:t>‹#›</a:t>
            </a:fld>
            <a:endParaRPr lang="zh-TW" altLang="en-US">
              <a:solidFill>
                <a:srgbClr val="B13F9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8825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 flipH="1">
            <a:off x="11525288" y="0"/>
            <a:ext cx="666712" cy="6858000"/>
          </a:xfrm>
          <a:prstGeom prst="rect">
            <a:avLst/>
          </a:prstGeom>
          <a:blipFill>
            <a:blip r:embed="rId13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" name="標題版面配置區 2"/>
          <p:cNvSpPr>
            <a:spLocks noGrp="1"/>
          </p:cNvSpPr>
          <p:nvPr>
            <p:ph type="title"/>
          </p:nvPr>
        </p:nvSpPr>
        <p:spPr>
          <a:xfrm>
            <a:off x="380960" y="320040"/>
            <a:ext cx="10953827" cy="680068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1" name="文字版面配置區 30"/>
          <p:cNvSpPr>
            <a:spLocks noGrp="1"/>
          </p:cNvSpPr>
          <p:nvPr>
            <p:ph type="body" idx="1"/>
          </p:nvPr>
        </p:nvSpPr>
        <p:spPr>
          <a:xfrm>
            <a:off x="380960" y="1214422"/>
            <a:ext cx="10953827" cy="5241314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 dirty="0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dirty="0" smtClean="0"/>
              <a:t>第二層</a:t>
            </a:r>
          </a:p>
          <a:p>
            <a:pPr lvl="2" eaLnBrk="1" latinLnBrk="0" hangingPunct="1"/>
            <a:r>
              <a:rPr kumimoji="0" lang="zh-TW" altLang="en-US" dirty="0" smtClean="0"/>
              <a:t>第三層</a:t>
            </a:r>
          </a:p>
          <a:p>
            <a:pPr lvl="3" eaLnBrk="1" latinLnBrk="0" hangingPunct="1"/>
            <a:r>
              <a:rPr kumimoji="0" lang="zh-TW" altLang="en-US" dirty="0" smtClean="0"/>
              <a:t>第四層</a:t>
            </a:r>
          </a:p>
          <a:p>
            <a:pPr lvl="4" eaLnBrk="1" latinLnBrk="0" hangingPunct="1"/>
            <a:r>
              <a:rPr kumimoji="0" lang="zh-TW" altLang="en-US" dirty="0" smtClean="0"/>
              <a:t>第五層</a:t>
            </a:r>
            <a:endParaRPr kumimoji="0" 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380960" y="6500834"/>
            <a:ext cx="45223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83D68"/>
                </a:solidFill>
                <a:effectLst/>
                <a:uLnTx/>
                <a:uFillTx/>
                <a:latin typeface="Calibri" pitchFamily="34" charset="0"/>
                <a:ea typeface="微軟正黑體" pitchFamily="34" charset="-120"/>
                <a:cs typeface="+mn-cs"/>
              </a:rPr>
              <a:t>Information Security Fundamentals and Practices - 9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B83D68"/>
              </a:solidFill>
              <a:effectLst/>
              <a:uLnTx/>
              <a:uFillTx/>
              <a:latin typeface="Calibri" pitchFamily="34" charset="0"/>
              <a:ea typeface="微軟正黑體" pitchFamily="34" charset="-120"/>
              <a:cs typeface="+mn-cs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11539728" y="6488692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EC28E4-F2FF-4265-BE4A-7A326F99FD36}" type="slidenum">
              <a:rPr kumimoji="0" lang="zh-TW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微軟正黑體" pitchFamily="34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itchFamily="34" charset="0"/>
              <a:ea typeface="微軟正黑體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293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Calibri" pitchFamily="34" charset="0"/>
          <a:ea typeface="微軟正黑體" pitchFamily="34" charset="-120"/>
          <a:cs typeface="+mj-cs"/>
        </a:defRPr>
      </a:lvl1pPr>
      <a:extLst/>
    </p:titleStyle>
    <p:bodyStyle>
      <a:lvl1pPr marL="274320" indent="-274320" algn="l" rtl="0" eaLnBrk="1" latinLnBrk="0" hangingPunct="1">
        <a:lnSpc>
          <a:spcPts val="3200"/>
        </a:lnSpc>
        <a:spcBef>
          <a:spcPts val="1000"/>
        </a:spcBef>
        <a:buClr>
          <a:schemeClr val="tx2"/>
        </a:buClr>
        <a:buSzPct val="73000"/>
        <a:buFont typeface="Wingdings 2"/>
        <a:buChar char=""/>
        <a:defRPr kumimoji="0" sz="2000" kern="1200" baseline="0">
          <a:solidFill>
            <a:schemeClr val="tx1"/>
          </a:solidFill>
          <a:latin typeface="Calibri" pitchFamily="34" charset="0"/>
          <a:ea typeface="微軟正黑體" pitchFamily="34" charset="-120"/>
          <a:cs typeface="+mn-cs"/>
        </a:defRPr>
      </a:lvl1pPr>
      <a:lvl2pPr marL="521208" indent="-228600" algn="l" rtl="0" eaLnBrk="1" latinLnBrk="0" hangingPunct="1">
        <a:lnSpc>
          <a:spcPts val="3200"/>
        </a:lnSpc>
        <a:spcBef>
          <a:spcPts val="1000"/>
        </a:spcBef>
        <a:buClr>
          <a:schemeClr val="accent4"/>
        </a:buClr>
        <a:buSzPct val="80000"/>
        <a:buFont typeface="Wingdings 2"/>
        <a:buChar char=""/>
        <a:defRPr kumimoji="0" sz="2000" kern="1200">
          <a:solidFill>
            <a:schemeClr val="tx1">
              <a:tint val="85000"/>
            </a:schemeClr>
          </a:solidFill>
          <a:latin typeface="Calibri" pitchFamily="34" charset="0"/>
          <a:ea typeface="微軟正黑體" pitchFamily="34" charset="-120"/>
          <a:cs typeface="+mn-cs"/>
        </a:defRPr>
      </a:lvl2pPr>
      <a:lvl3pPr marL="758952" indent="-228600" algn="l" rtl="0" eaLnBrk="1" latinLnBrk="0" hangingPunct="1">
        <a:lnSpc>
          <a:spcPts val="3200"/>
        </a:lnSpc>
        <a:spcBef>
          <a:spcPts val="1000"/>
        </a:spcBef>
        <a:buClr>
          <a:schemeClr val="accent4"/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Calibri" pitchFamily="34" charset="0"/>
          <a:ea typeface="微軟正黑體" pitchFamily="34" charset="-120"/>
          <a:cs typeface="+mn-cs"/>
        </a:defRPr>
      </a:lvl3pPr>
      <a:lvl4pPr marL="1005840" indent="-228600" algn="l" rtl="0" eaLnBrk="1" latinLnBrk="0" hangingPunct="1">
        <a:lnSpc>
          <a:spcPts val="3200"/>
        </a:lnSpc>
        <a:spcBef>
          <a:spcPts val="10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Calibri" pitchFamily="34" charset="0"/>
          <a:ea typeface="微軟正黑體" pitchFamily="34" charset="-120"/>
          <a:cs typeface="+mn-cs"/>
        </a:defRPr>
      </a:lvl4pPr>
      <a:lvl5pPr marL="1280160" indent="-228600" algn="l" rtl="0" eaLnBrk="1" latinLnBrk="0" hangingPunct="1">
        <a:lnSpc>
          <a:spcPts val="3200"/>
        </a:lnSpc>
        <a:spcBef>
          <a:spcPts val="10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Calibri" pitchFamily="34" charset="0"/>
          <a:ea typeface="微軟正黑體" pitchFamily="34" charset="-120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image" Target="../media/image7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防火牆環境範例</a:t>
            </a:r>
            <a:endParaRPr lang="zh-TW" altLang="en-US" dirty="0"/>
          </a:p>
        </p:txBody>
      </p:sp>
      <p:cxnSp>
        <p:nvCxnSpPr>
          <p:cNvPr id="6" name="直線接點 5"/>
          <p:cNvCxnSpPr/>
          <p:nvPr/>
        </p:nvCxnSpPr>
        <p:spPr>
          <a:xfrm>
            <a:off x="2381224" y="2857496"/>
            <a:ext cx="7358114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2381224" y="4429132"/>
            <a:ext cx="7358114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2381224" y="6070618"/>
            <a:ext cx="3143272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39008" y="1664910"/>
            <a:ext cx="428628" cy="9242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5605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0" y="4714885"/>
            <a:ext cx="516554" cy="11639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5606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24101" y="3500438"/>
            <a:ext cx="575239" cy="571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5608" name="Picture 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54534" y="3071811"/>
            <a:ext cx="684210" cy="1154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" name="Picture 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268650" y="4703334"/>
            <a:ext cx="684210" cy="1154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5609" name="Picture 9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809852" y="2071679"/>
            <a:ext cx="1006454" cy="4796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10446" y="4714885"/>
            <a:ext cx="516554" cy="11639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53454" y="4714885"/>
            <a:ext cx="516554" cy="11639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0" y="3071811"/>
            <a:ext cx="516554" cy="11639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4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81950" y="3071811"/>
            <a:ext cx="516554" cy="11639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5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96000" y="1856569"/>
            <a:ext cx="571504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5610" name="Picture 10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596331" y="1214422"/>
            <a:ext cx="809803" cy="6603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9" name="直線單箭頭接點 28"/>
          <p:cNvCxnSpPr>
            <a:stCxn id="25610" idx="1"/>
            <a:endCxn id="25604" idx="3"/>
          </p:cNvCxnSpPr>
          <p:nvPr/>
        </p:nvCxnSpPr>
        <p:spPr>
          <a:xfrm rot="10800000" flipV="1">
            <a:off x="7667636" y="1544611"/>
            <a:ext cx="928694" cy="582434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/>
          <p:cNvCxnSpPr>
            <a:stCxn id="25604" idx="2"/>
          </p:cNvCxnSpPr>
          <p:nvPr/>
        </p:nvCxnSpPr>
        <p:spPr>
          <a:xfrm rot="5400000">
            <a:off x="7319164" y="2723338"/>
            <a:ext cx="26831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25" idx="2"/>
          </p:cNvCxnSpPr>
          <p:nvPr/>
        </p:nvCxnSpPr>
        <p:spPr>
          <a:xfrm rot="5400000">
            <a:off x="6201966" y="2678506"/>
            <a:ext cx="358780" cy="7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>
            <a:stCxn id="25609" idx="2"/>
          </p:cNvCxnSpPr>
          <p:nvPr/>
        </p:nvCxnSpPr>
        <p:spPr>
          <a:xfrm rot="5400000">
            <a:off x="3158393" y="2702809"/>
            <a:ext cx="306215" cy="31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>
            <a:stCxn id="25609" idx="0"/>
          </p:cNvCxnSpPr>
          <p:nvPr/>
        </p:nvCxnSpPr>
        <p:spPr>
          <a:xfrm rot="16200000" flipV="1">
            <a:off x="3168623" y="1927222"/>
            <a:ext cx="285752" cy="31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>
            <a:stCxn id="25606" idx="2"/>
          </p:cNvCxnSpPr>
          <p:nvPr/>
        </p:nvCxnSpPr>
        <p:spPr>
          <a:xfrm rot="5400000">
            <a:off x="2631001" y="4250003"/>
            <a:ext cx="358781" cy="26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07955" y="5141921"/>
            <a:ext cx="575239" cy="571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1" name="直線接點 50"/>
          <p:cNvCxnSpPr>
            <a:stCxn id="50" idx="2"/>
          </p:cNvCxnSpPr>
          <p:nvPr/>
        </p:nvCxnSpPr>
        <p:spPr>
          <a:xfrm rot="5400000">
            <a:off x="4714855" y="5891486"/>
            <a:ext cx="358781" cy="26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圖案 52"/>
          <p:cNvCxnSpPr>
            <a:stCxn id="23" idx="1"/>
          </p:cNvCxnSpPr>
          <p:nvPr/>
        </p:nvCxnSpPr>
        <p:spPr>
          <a:xfrm rot="10800000">
            <a:off x="5810248" y="2857496"/>
            <a:ext cx="285752" cy="79629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圖案 54"/>
          <p:cNvCxnSpPr>
            <a:stCxn id="24" idx="1"/>
          </p:cNvCxnSpPr>
          <p:nvPr/>
        </p:nvCxnSpPr>
        <p:spPr>
          <a:xfrm rot="10800000">
            <a:off x="7596198" y="2857496"/>
            <a:ext cx="285752" cy="79629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圖案 56"/>
          <p:cNvCxnSpPr>
            <a:stCxn id="22" idx="1"/>
          </p:cNvCxnSpPr>
          <p:nvPr/>
        </p:nvCxnSpPr>
        <p:spPr>
          <a:xfrm rot="10800000">
            <a:off x="8167702" y="4429132"/>
            <a:ext cx="285752" cy="86773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圖案 58"/>
          <p:cNvCxnSpPr>
            <a:stCxn id="21" idx="1"/>
          </p:cNvCxnSpPr>
          <p:nvPr/>
        </p:nvCxnSpPr>
        <p:spPr>
          <a:xfrm rot="10800000">
            <a:off x="7024694" y="4429132"/>
            <a:ext cx="285752" cy="86773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圖案 61"/>
          <p:cNvCxnSpPr>
            <a:stCxn id="25605" idx="1"/>
          </p:cNvCxnSpPr>
          <p:nvPr/>
        </p:nvCxnSpPr>
        <p:spPr>
          <a:xfrm rot="10800000">
            <a:off x="5810248" y="4429132"/>
            <a:ext cx="285752" cy="86773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圖案 63"/>
          <p:cNvCxnSpPr>
            <a:stCxn id="25608" idx="1"/>
          </p:cNvCxnSpPr>
          <p:nvPr/>
        </p:nvCxnSpPr>
        <p:spPr>
          <a:xfrm rot="10800000">
            <a:off x="4310050" y="2857496"/>
            <a:ext cx="244484" cy="79159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圖案 66"/>
          <p:cNvCxnSpPr>
            <a:stCxn id="18" idx="1"/>
          </p:cNvCxnSpPr>
          <p:nvPr/>
        </p:nvCxnSpPr>
        <p:spPr>
          <a:xfrm rot="10800000">
            <a:off x="2982898" y="4429134"/>
            <a:ext cx="285752" cy="85148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圖案 72"/>
          <p:cNvCxnSpPr>
            <a:stCxn id="18" idx="3"/>
          </p:cNvCxnSpPr>
          <p:nvPr/>
        </p:nvCxnSpPr>
        <p:spPr>
          <a:xfrm>
            <a:off x="3952860" y="5280614"/>
            <a:ext cx="244484" cy="791593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圖案 74"/>
          <p:cNvCxnSpPr>
            <a:stCxn id="25608" idx="3"/>
          </p:cNvCxnSpPr>
          <p:nvPr/>
        </p:nvCxnSpPr>
        <p:spPr>
          <a:xfrm>
            <a:off x="5238744" y="3649090"/>
            <a:ext cx="244484" cy="78004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3809984" y="2048524"/>
            <a:ext cx="10823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prstClr val="black"/>
                </a:solidFill>
                <a:latin typeface="Calibri" pitchFamily="34" charset="0"/>
                <a:ea typeface="微軟正黑體" panose="020B0604030504040204" pitchFamily="34" charset="-120"/>
              </a:rPr>
              <a:t>邊界</a:t>
            </a:r>
            <a:r>
              <a:rPr lang="zh-TW" altLang="en-US" sz="1400" b="1" dirty="0">
                <a:solidFill>
                  <a:srgbClr val="FF0000"/>
                </a:solidFill>
                <a:latin typeface="Calibri" pitchFamily="34" charset="0"/>
                <a:ea typeface="微軟正黑體" panose="020B0604030504040204" pitchFamily="34" charset="-120"/>
              </a:rPr>
              <a:t>路由器</a:t>
            </a:r>
            <a:endParaRPr lang="en-US" altLang="zh-TW" sz="1400" b="1" dirty="0">
              <a:solidFill>
                <a:srgbClr val="FF0000"/>
              </a:solidFill>
              <a:latin typeface="Calibri" pitchFamily="34" charset="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b="1" dirty="0">
                <a:solidFill>
                  <a:prstClr val="black"/>
                </a:solidFill>
                <a:latin typeface="Calibri" pitchFamily="34" charset="0"/>
                <a:ea typeface="微軟正黑體" panose="020B0604030504040204" pitchFamily="34" charset="-120"/>
              </a:rPr>
              <a:t>(</a:t>
            </a:r>
            <a:r>
              <a:rPr lang="zh-TW" altLang="en-US" sz="1400" b="1" dirty="0">
                <a:solidFill>
                  <a:prstClr val="black"/>
                </a:solidFill>
                <a:latin typeface="Calibri" pitchFamily="34" charset="0"/>
                <a:ea typeface="微軟正黑體" panose="020B0604030504040204" pitchFamily="34" charset="-120"/>
              </a:rPr>
              <a:t>封包過濾</a:t>
            </a:r>
            <a:r>
              <a:rPr lang="en-US" altLang="zh-TW" sz="1400" b="1" dirty="0">
                <a:solidFill>
                  <a:prstClr val="black"/>
                </a:solidFill>
                <a:latin typeface="Calibri" pitchFamily="34" charset="0"/>
                <a:ea typeface="微軟正黑體" panose="020B0604030504040204" pitchFamily="34" charset="-120"/>
              </a:rPr>
              <a:t>)</a:t>
            </a:r>
            <a:endParaRPr lang="zh-TW" altLang="en-US" sz="1400" b="1" dirty="0">
              <a:solidFill>
                <a:prstClr val="black"/>
              </a:solidFill>
              <a:latin typeface="Calibri" pitchFamily="34" charset="0"/>
              <a:ea typeface="微軟正黑體" panose="020B0604030504040204" pitchFamily="34" charset="-120"/>
            </a:endParaRPr>
          </a:p>
        </p:txBody>
      </p:sp>
      <p:sp>
        <p:nvSpPr>
          <p:cNvPr id="77" name="文字方塊 76"/>
          <p:cNvSpPr txBox="1"/>
          <p:nvPr/>
        </p:nvSpPr>
        <p:spPr>
          <a:xfrm>
            <a:off x="2799075" y="1478150"/>
            <a:ext cx="10134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dirty="0">
                <a:solidFill>
                  <a:prstClr val="black"/>
                </a:solidFill>
                <a:latin typeface="Calibri" pitchFamily="34" charset="0"/>
                <a:ea typeface="微軟正黑體" panose="020B0604030504040204" pitchFamily="34" charset="-120"/>
              </a:rPr>
              <a:t>連結到 </a:t>
            </a:r>
            <a:r>
              <a:rPr lang="en-US" altLang="zh-TW" sz="1400" dirty="0">
                <a:solidFill>
                  <a:prstClr val="black"/>
                </a:solidFill>
                <a:latin typeface="Calibri" pitchFamily="34" charset="0"/>
                <a:ea typeface="微軟正黑體" panose="020B0604030504040204" pitchFamily="34" charset="-120"/>
              </a:rPr>
              <a:t>ISP</a:t>
            </a:r>
            <a:endParaRPr lang="zh-TW" altLang="en-US" sz="1400" dirty="0">
              <a:solidFill>
                <a:prstClr val="black"/>
              </a:solidFill>
              <a:latin typeface="Calibri" pitchFamily="34" charset="0"/>
              <a:ea typeface="微軟正黑體" panose="020B0604030504040204" pitchFamily="34" charset="-120"/>
            </a:endParaRPr>
          </a:p>
        </p:txBody>
      </p:sp>
      <p:sp>
        <p:nvSpPr>
          <p:cNvPr id="78" name="文字方塊 77"/>
          <p:cNvSpPr txBox="1"/>
          <p:nvPr/>
        </p:nvSpPr>
        <p:spPr>
          <a:xfrm>
            <a:off x="8524893" y="2549720"/>
            <a:ext cx="13484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prstClr val="black"/>
                </a:solidFill>
                <a:latin typeface="Calibri" pitchFamily="34" charset="0"/>
                <a:ea typeface="微軟正黑體" panose="020B0604030504040204" pitchFamily="34" charset="-120"/>
              </a:rPr>
              <a:t>外部 </a:t>
            </a:r>
            <a:r>
              <a:rPr lang="en-US" altLang="zh-TW" sz="1400" b="1" dirty="0">
                <a:solidFill>
                  <a:srgbClr val="FF0000"/>
                </a:solidFill>
                <a:latin typeface="Calibri" pitchFamily="34" charset="0"/>
                <a:ea typeface="微軟正黑體" panose="020B0604030504040204" pitchFamily="34" charset="-120"/>
              </a:rPr>
              <a:t>DMZ</a:t>
            </a:r>
            <a:r>
              <a:rPr lang="zh-TW" altLang="en-US" sz="1400" b="1" dirty="0">
                <a:solidFill>
                  <a:prstClr val="black"/>
                </a:solidFill>
                <a:latin typeface="Calibri" pitchFamily="34" charset="0"/>
                <a:ea typeface="微軟正黑體" panose="020B0604030504040204" pitchFamily="34" charset="-120"/>
              </a:rPr>
              <a:t> 網路</a:t>
            </a:r>
            <a:endParaRPr lang="zh-TW" altLang="en-US" sz="1400" b="1" dirty="0">
              <a:solidFill>
                <a:prstClr val="black"/>
              </a:solidFill>
              <a:latin typeface="Calibri" pitchFamily="34" charset="0"/>
              <a:ea typeface="微軟正黑體" panose="020B0604030504040204" pitchFamily="34" charset="-120"/>
            </a:endParaRPr>
          </a:p>
        </p:txBody>
      </p:sp>
      <p:sp>
        <p:nvSpPr>
          <p:cNvPr id="79" name="文字方塊 78"/>
          <p:cNvSpPr txBox="1"/>
          <p:nvPr/>
        </p:nvSpPr>
        <p:spPr>
          <a:xfrm>
            <a:off x="8524892" y="4121356"/>
            <a:ext cx="13484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prstClr val="black"/>
                </a:solidFill>
                <a:latin typeface="Calibri" pitchFamily="34" charset="0"/>
                <a:ea typeface="微軟正黑體" panose="020B0604030504040204" pitchFamily="34" charset="-120"/>
              </a:rPr>
              <a:t>內部 </a:t>
            </a:r>
            <a:r>
              <a:rPr lang="en-US" altLang="zh-TW" sz="1400" b="1" dirty="0">
                <a:solidFill>
                  <a:srgbClr val="FF0000"/>
                </a:solidFill>
                <a:latin typeface="Calibri" pitchFamily="34" charset="0"/>
                <a:ea typeface="微軟正黑體" panose="020B0604030504040204" pitchFamily="34" charset="-120"/>
              </a:rPr>
              <a:t>DMZ</a:t>
            </a:r>
            <a:r>
              <a:rPr lang="zh-TW" altLang="en-US" sz="1400" b="1" dirty="0">
                <a:solidFill>
                  <a:prstClr val="black"/>
                </a:solidFill>
                <a:latin typeface="Calibri" pitchFamily="34" charset="0"/>
                <a:ea typeface="微軟正黑體" panose="020B0604030504040204" pitchFamily="34" charset="-120"/>
              </a:rPr>
              <a:t> 網路</a:t>
            </a:r>
            <a:endParaRPr lang="zh-TW" altLang="en-US" sz="1400" b="1" dirty="0">
              <a:solidFill>
                <a:prstClr val="black"/>
              </a:solidFill>
              <a:latin typeface="Calibri" pitchFamily="34" charset="0"/>
              <a:ea typeface="微軟正黑體" panose="020B0604030504040204" pitchFamily="34" charset="-120"/>
            </a:endParaRPr>
          </a:p>
        </p:txBody>
      </p:sp>
      <p:sp>
        <p:nvSpPr>
          <p:cNvPr id="82" name="文字方塊 81"/>
          <p:cNvSpPr txBox="1"/>
          <p:nvPr/>
        </p:nvSpPr>
        <p:spPr>
          <a:xfrm>
            <a:off x="5953124" y="1549588"/>
            <a:ext cx="8451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dirty="0">
                <a:solidFill>
                  <a:prstClr val="black"/>
                </a:solidFill>
                <a:latin typeface="Calibri" pitchFamily="34" charset="0"/>
                <a:ea typeface="微軟正黑體" panose="020B0604030504040204" pitchFamily="34" charset="-120"/>
              </a:rPr>
              <a:t>網路 </a:t>
            </a:r>
            <a:r>
              <a:rPr lang="en-US" altLang="zh-TW" sz="1400" dirty="0">
                <a:solidFill>
                  <a:prstClr val="black"/>
                </a:solidFill>
                <a:latin typeface="Calibri" pitchFamily="34" charset="0"/>
                <a:ea typeface="微軟正黑體" panose="020B0604030504040204" pitchFamily="34" charset="-120"/>
              </a:rPr>
              <a:t>IDS</a:t>
            </a:r>
            <a:endParaRPr lang="zh-TW" altLang="en-US" sz="1400" dirty="0">
              <a:solidFill>
                <a:prstClr val="black"/>
              </a:solidFill>
              <a:latin typeface="Calibri" pitchFamily="34" charset="0"/>
              <a:ea typeface="微軟正黑體" panose="020B0604030504040204" pitchFamily="34" charset="-120"/>
            </a:endParaRPr>
          </a:p>
        </p:txBody>
      </p:sp>
      <p:sp>
        <p:nvSpPr>
          <p:cNvPr id="83" name="文字方塊 82"/>
          <p:cNvSpPr txBox="1"/>
          <p:nvPr/>
        </p:nvSpPr>
        <p:spPr>
          <a:xfrm>
            <a:off x="2381224" y="3192662"/>
            <a:ext cx="8451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dirty="0">
                <a:solidFill>
                  <a:prstClr val="black"/>
                </a:solidFill>
                <a:latin typeface="Calibri" pitchFamily="34" charset="0"/>
                <a:ea typeface="微軟正黑體" panose="020B0604030504040204" pitchFamily="34" charset="-120"/>
              </a:rPr>
              <a:t>網路 </a:t>
            </a:r>
            <a:r>
              <a:rPr lang="en-US" altLang="zh-TW" sz="1400" dirty="0">
                <a:solidFill>
                  <a:prstClr val="black"/>
                </a:solidFill>
                <a:latin typeface="Calibri" pitchFamily="34" charset="0"/>
                <a:ea typeface="微軟正黑體" panose="020B0604030504040204" pitchFamily="34" charset="-120"/>
              </a:rPr>
              <a:t>IDS</a:t>
            </a:r>
            <a:endParaRPr lang="zh-TW" altLang="en-US" sz="1400" dirty="0">
              <a:solidFill>
                <a:prstClr val="black"/>
              </a:solidFill>
              <a:latin typeface="Calibri" pitchFamily="34" charset="0"/>
              <a:ea typeface="微軟正黑體" panose="020B0604030504040204" pitchFamily="34" charset="-120"/>
            </a:endParaRPr>
          </a:p>
        </p:txBody>
      </p:sp>
      <p:sp>
        <p:nvSpPr>
          <p:cNvPr id="84" name="文字方塊 83"/>
          <p:cNvSpPr txBox="1"/>
          <p:nvPr/>
        </p:nvSpPr>
        <p:spPr>
          <a:xfrm>
            <a:off x="4465078" y="4835736"/>
            <a:ext cx="8451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dirty="0">
                <a:solidFill>
                  <a:prstClr val="black"/>
                </a:solidFill>
                <a:latin typeface="Calibri" pitchFamily="34" charset="0"/>
                <a:ea typeface="微軟正黑體" panose="020B0604030504040204" pitchFamily="34" charset="-120"/>
              </a:rPr>
              <a:t>網路 </a:t>
            </a:r>
            <a:r>
              <a:rPr lang="en-US" altLang="zh-TW" sz="1400" dirty="0">
                <a:solidFill>
                  <a:prstClr val="black"/>
                </a:solidFill>
                <a:latin typeface="Calibri" pitchFamily="34" charset="0"/>
                <a:ea typeface="微軟正黑體" panose="020B0604030504040204" pitchFamily="34" charset="-120"/>
              </a:rPr>
              <a:t>IDS</a:t>
            </a:r>
            <a:endParaRPr lang="zh-TW" altLang="en-US" sz="1400" dirty="0">
              <a:solidFill>
                <a:prstClr val="black"/>
              </a:solidFill>
              <a:latin typeface="Calibri" pitchFamily="34" charset="0"/>
              <a:ea typeface="微軟正黑體" panose="020B0604030504040204" pitchFamily="34" charset="-120"/>
            </a:endParaRPr>
          </a:p>
        </p:txBody>
      </p:sp>
      <p:sp>
        <p:nvSpPr>
          <p:cNvPr id="85" name="文字方塊 84"/>
          <p:cNvSpPr txBox="1"/>
          <p:nvPr/>
        </p:nvSpPr>
        <p:spPr>
          <a:xfrm>
            <a:off x="8130292" y="6335934"/>
            <a:ext cx="19531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dirty="0">
                <a:solidFill>
                  <a:prstClr val="black"/>
                </a:solidFill>
                <a:latin typeface="Calibri" pitchFamily="34" charset="0"/>
                <a:ea typeface="微軟正黑體" panose="020B0604030504040204" pitchFamily="34" charset="-120"/>
              </a:rPr>
              <a:t>本圖參考 </a:t>
            </a:r>
            <a:r>
              <a:rPr lang="en-US" altLang="zh-TW" sz="1400" dirty="0">
                <a:solidFill>
                  <a:prstClr val="black"/>
                </a:solidFill>
                <a:latin typeface="Calibri" pitchFamily="34" charset="0"/>
                <a:ea typeface="微軟正黑體" panose="020B0604030504040204" pitchFamily="34" charset="-120"/>
              </a:rPr>
              <a:t>NST SP800-41</a:t>
            </a:r>
            <a:endParaRPr lang="zh-TW" altLang="en-US" sz="1400" dirty="0">
              <a:solidFill>
                <a:prstClr val="black"/>
              </a:solidFill>
              <a:latin typeface="Calibri" pitchFamily="34" charset="0"/>
              <a:ea typeface="微軟正黑體" panose="020B0604030504040204" pitchFamily="34" charset="-120"/>
            </a:endParaRPr>
          </a:p>
        </p:txBody>
      </p:sp>
      <p:sp>
        <p:nvSpPr>
          <p:cNvPr id="86" name="文字方塊 85"/>
          <p:cNvSpPr txBox="1"/>
          <p:nvPr/>
        </p:nvSpPr>
        <p:spPr>
          <a:xfrm>
            <a:off x="7656858" y="2192530"/>
            <a:ext cx="10823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dirty="0">
                <a:solidFill>
                  <a:prstClr val="black"/>
                </a:solidFill>
                <a:latin typeface="Calibri" pitchFamily="34" charset="0"/>
                <a:ea typeface="微軟正黑體" panose="020B0604030504040204" pitchFamily="34" charset="-120"/>
              </a:rPr>
              <a:t>撥接伺服器</a:t>
            </a:r>
            <a:endParaRPr lang="zh-TW" altLang="en-US" sz="1400" dirty="0">
              <a:solidFill>
                <a:prstClr val="black"/>
              </a:solidFill>
              <a:latin typeface="Calibri" pitchFamily="34" charset="0"/>
              <a:ea typeface="微軟正黑體" panose="020B0604030504040204" pitchFamily="34" charset="-120"/>
            </a:endParaRPr>
          </a:p>
        </p:txBody>
      </p:sp>
      <p:sp>
        <p:nvSpPr>
          <p:cNvPr id="87" name="文字方塊 86"/>
          <p:cNvSpPr txBox="1"/>
          <p:nvPr/>
        </p:nvSpPr>
        <p:spPr>
          <a:xfrm>
            <a:off x="3332316" y="3691598"/>
            <a:ext cx="12634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rgbClr val="FF0000"/>
                </a:solidFill>
                <a:latin typeface="Calibri" pitchFamily="34" charset="0"/>
                <a:ea typeface="微軟正黑體" panose="020B0604030504040204" pitchFamily="34" charset="-120"/>
              </a:rPr>
              <a:t>主要防火牆 </a:t>
            </a:r>
            <a:r>
              <a:rPr lang="en-US" altLang="zh-TW" sz="1400" b="1" dirty="0">
                <a:solidFill>
                  <a:prstClr val="black"/>
                </a:solidFill>
                <a:latin typeface="Calibri" pitchFamily="34" charset="0"/>
                <a:ea typeface="微軟正黑體" panose="020B0604030504040204" pitchFamily="34" charset="-120"/>
              </a:rPr>
              <a:t>&amp;</a:t>
            </a:r>
          </a:p>
          <a:p>
            <a:pPr algn="ctr"/>
            <a:r>
              <a:rPr lang="en-US" altLang="zh-TW" sz="1400" b="1" dirty="0">
                <a:solidFill>
                  <a:prstClr val="black"/>
                </a:solidFill>
                <a:latin typeface="Calibri" pitchFamily="34" charset="0"/>
                <a:ea typeface="微軟正黑體" panose="020B0604030504040204" pitchFamily="34" charset="-120"/>
              </a:rPr>
              <a:t>VPN</a:t>
            </a:r>
            <a:r>
              <a:rPr lang="zh-TW" altLang="en-US" sz="1400" b="1" dirty="0">
                <a:solidFill>
                  <a:prstClr val="black"/>
                </a:solidFill>
                <a:latin typeface="Calibri" pitchFamily="34" charset="0"/>
                <a:ea typeface="微軟正黑體" panose="020B0604030504040204" pitchFamily="34" charset="-120"/>
              </a:rPr>
              <a:t> 伺服器</a:t>
            </a:r>
            <a:endParaRPr lang="zh-TW" altLang="en-US" sz="1400" b="1" dirty="0">
              <a:solidFill>
                <a:prstClr val="black"/>
              </a:solidFill>
              <a:latin typeface="Calibri" pitchFamily="34" charset="0"/>
              <a:ea typeface="微軟正黑體" panose="020B0604030504040204" pitchFamily="34" charset="-120"/>
            </a:endParaRPr>
          </a:p>
        </p:txBody>
      </p:sp>
      <p:sp>
        <p:nvSpPr>
          <p:cNvPr id="89" name="文字方塊 88"/>
          <p:cNvSpPr txBox="1"/>
          <p:nvPr/>
        </p:nvSpPr>
        <p:spPr>
          <a:xfrm>
            <a:off x="2227570" y="5357827"/>
            <a:ext cx="10823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rgbClr val="0000FF"/>
                </a:solidFill>
                <a:latin typeface="Calibri" pitchFamily="34" charset="0"/>
                <a:ea typeface="微軟正黑體" panose="020B0604030504040204" pitchFamily="34" charset="-120"/>
              </a:rPr>
              <a:t>內部</a:t>
            </a:r>
            <a:r>
              <a:rPr lang="zh-TW" altLang="en-US" sz="1400" b="1" dirty="0">
                <a:solidFill>
                  <a:prstClr val="black"/>
                </a:solidFill>
                <a:latin typeface="Calibri" pitchFamily="34" charset="0"/>
                <a:ea typeface="微軟正黑體" panose="020B0604030504040204" pitchFamily="34" charset="-120"/>
              </a:rPr>
              <a:t>防火牆</a:t>
            </a:r>
            <a:endParaRPr lang="zh-TW" altLang="en-US" sz="1400" b="1" dirty="0">
              <a:solidFill>
                <a:prstClr val="black"/>
              </a:solidFill>
              <a:latin typeface="Calibri" pitchFamily="34" charset="0"/>
              <a:ea typeface="微軟正黑體" panose="020B0604030504040204" pitchFamily="34" charset="-120"/>
            </a:endParaRPr>
          </a:p>
        </p:txBody>
      </p:sp>
      <p:sp>
        <p:nvSpPr>
          <p:cNvPr id="90" name="文字方塊 89"/>
          <p:cNvSpPr txBox="1"/>
          <p:nvPr/>
        </p:nvSpPr>
        <p:spPr>
          <a:xfrm>
            <a:off x="6596067" y="326297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dirty="0">
                <a:solidFill>
                  <a:srgbClr val="FF0000"/>
                </a:solidFill>
                <a:latin typeface="Calibri" pitchFamily="34" charset="0"/>
                <a:ea typeface="微軟正黑體" panose="020B0604030504040204" pitchFamily="34" charset="-120"/>
              </a:rPr>
              <a:t>外部網站</a:t>
            </a:r>
            <a:endParaRPr lang="en-US" altLang="zh-TW" sz="1400" dirty="0">
              <a:solidFill>
                <a:srgbClr val="FF0000"/>
              </a:solidFill>
              <a:latin typeface="Calibri" pitchFamily="34" charset="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400" dirty="0">
                <a:solidFill>
                  <a:srgbClr val="FF0000"/>
                </a:solidFill>
                <a:latin typeface="Calibri" pitchFamily="34" charset="0"/>
                <a:ea typeface="微軟正黑體" panose="020B0604030504040204" pitchFamily="34" charset="-120"/>
              </a:rPr>
              <a:t>伺服器</a:t>
            </a:r>
            <a:endParaRPr lang="zh-TW" altLang="en-US" sz="1400" dirty="0">
              <a:solidFill>
                <a:srgbClr val="FF0000"/>
              </a:solidFill>
              <a:latin typeface="Calibri" pitchFamily="34" charset="0"/>
              <a:ea typeface="微軟正黑體" panose="020B0604030504040204" pitchFamily="34" charset="-120"/>
            </a:endParaRPr>
          </a:p>
        </p:txBody>
      </p:sp>
      <p:sp>
        <p:nvSpPr>
          <p:cNvPr id="91" name="文字方塊 90"/>
          <p:cNvSpPr txBox="1"/>
          <p:nvPr/>
        </p:nvSpPr>
        <p:spPr>
          <a:xfrm>
            <a:off x="8382017" y="3262970"/>
            <a:ext cx="891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dirty="0">
                <a:solidFill>
                  <a:prstClr val="black"/>
                </a:solidFill>
                <a:latin typeface="Calibri" pitchFamily="34" charset="0"/>
                <a:ea typeface="微軟正黑體" panose="020B0604030504040204" pitchFamily="34" charset="-120"/>
              </a:rPr>
              <a:t>外部 </a:t>
            </a:r>
            <a:r>
              <a:rPr lang="en-US" altLang="zh-TW" sz="1400" dirty="0">
                <a:solidFill>
                  <a:prstClr val="black"/>
                </a:solidFill>
                <a:latin typeface="Calibri" pitchFamily="34" charset="0"/>
                <a:ea typeface="微軟正黑體" panose="020B0604030504040204" pitchFamily="34" charset="-120"/>
              </a:rPr>
              <a:t>DNS</a:t>
            </a:r>
          </a:p>
          <a:p>
            <a:pPr algn="ctr"/>
            <a:r>
              <a:rPr lang="zh-TW" altLang="en-US" sz="1400" dirty="0">
                <a:solidFill>
                  <a:prstClr val="black"/>
                </a:solidFill>
                <a:latin typeface="Calibri" pitchFamily="34" charset="0"/>
                <a:ea typeface="微軟正黑體" panose="020B0604030504040204" pitchFamily="34" charset="-120"/>
              </a:rPr>
              <a:t>伺服器</a:t>
            </a:r>
            <a:endParaRPr lang="zh-TW" altLang="en-US" sz="1400" dirty="0">
              <a:solidFill>
                <a:prstClr val="black"/>
              </a:solidFill>
              <a:latin typeface="Calibri" pitchFamily="34" charset="0"/>
              <a:ea typeface="微軟正黑體" panose="020B0604030504040204" pitchFamily="34" charset="-120"/>
            </a:endParaRPr>
          </a:p>
        </p:txBody>
      </p:sp>
      <p:sp>
        <p:nvSpPr>
          <p:cNvPr id="92" name="文字方塊 91"/>
          <p:cNvSpPr txBox="1"/>
          <p:nvPr/>
        </p:nvSpPr>
        <p:spPr>
          <a:xfrm>
            <a:off x="8953521" y="5334672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dirty="0">
                <a:solidFill>
                  <a:prstClr val="black"/>
                </a:solidFill>
                <a:latin typeface="Calibri" pitchFamily="34" charset="0"/>
                <a:ea typeface="微軟正黑體" panose="020B0604030504040204" pitchFamily="34" charset="-120"/>
              </a:rPr>
              <a:t>網站代理</a:t>
            </a:r>
            <a:endParaRPr lang="en-US" altLang="zh-TW" sz="1400" dirty="0">
              <a:solidFill>
                <a:prstClr val="black"/>
              </a:solidFill>
              <a:latin typeface="Calibri" pitchFamily="34" charset="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400" dirty="0">
                <a:solidFill>
                  <a:prstClr val="black"/>
                </a:solidFill>
                <a:latin typeface="Calibri" pitchFamily="34" charset="0"/>
                <a:ea typeface="微軟正黑體" panose="020B0604030504040204" pitchFamily="34" charset="-120"/>
              </a:rPr>
              <a:t>伺服器</a:t>
            </a:r>
            <a:endParaRPr lang="zh-TW" altLang="en-US" sz="1400" dirty="0">
              <a:solidFill>
                <a:prstClr val="black"/>
              </a:solidFill>
              <a:latin typeface="Calibri" pitchFamily="34" charset="0"/>
              <a:ea typeface="微軟正黑體" panose="020B0604030504040204" pitchFamily="34" charset="-120"/>
            </a:endParaRPr>
          </a:p>
        </p:txBody>
      </p:sp>
      <p:sp>
        <p:nvSpPr>
          <p:cNvPr id="93" name="文字方塊 92"/>
          <p:cNvSpPr txBox="1"/>
          <p:nvPr/>
        </p:nvSpPr>
        <p:spPr>
          <a:xfrm>
            <a:off x="7024695" y="5857893"/>
            <a:ext cx="10711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400" dirty="0">
                <a:solidFill>
                  <a:prstClr val="black"/>
                </a:solidFill>
                <a:latin typeface="Calibri" pitchFamily="34" charset="0"/>
                <a:ea typeface="微軟正黑體" panose="020B0604030504040204" pitchFamily="34" charset="-120"/>
              </a:rPr>
              <a:t>DNS</a:t>
            </a:r>
            <a:r>
              <a:rPr lang="zh-TW" altLang="en-US" sz="1400" dirty="0">
                <a:solidFill>
                  <a:prstClr val="black"/>
                </a:solidFill>
                <a:latin typeface="Calibri" pitchFamily="34" charset="0"/>
                <a:ea typeface="微軟正黑體" panose="020B0604030504040204" pitchFamily="34" charset="-120"/>
              </a:rPr>
              <a:t> 伺服器</a:t>
            </a:r>
            <a:endParaRPr lang="zh-TW" altLang="en-US" sz="1400" dirty="0">
              <a:solidFill>
                <a:prstClr val="black"/>
              </a:solidFill>
              <a:latin typeface="Calibri" pitchFamily="34" charset="0"/>
              <a:ea typeface="微軟正黑體" panose="020B0604030504040204" pitchFamily="34" charset="-120"/>
            </a:endParaRPr>
          </a:p>
        </p:txBody>
      </p:sp>
      <p:sp>
        <p:nvSpPr>
          <p:cNvPr id="94" name="文字方塊 93"/>
          <p:cNvSpPr txBox="1"/>
          <p:nvPr/>
        </p:nvSpPr>
        <p:spPr>
          <a:xfrm>
            <a:off x="5810248" y="5857893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dirty="0">
                <a:solidFill>
                  <a:prstClr val="black"/>
                </a:solidFill>
                <a:latin typeface="Calibri" pitchFamily="34" charset="0"/>
                <a:ea typeface="微軟正黑體" panose="020B0604030504040204" pitchFamily="34" charset="-120"/>
              </a:rPr>
              <a:t>電郵伺服器</a:t>
            </a:r>
            <a:endParaRPr lang="zh-TW" altLang="en-US" sz="1400" dirty="0">
              <a:solidFill>
                <a:prstClr val="black"/>
              </a:solidFill>
              <a:latin typeface="Calibri" pitchFamily="34" charset="0"/>
              <a:ea typeface="微軟正黑體" panose="020B0604030504040204" pitchFamily="34" charset="-120"/>
            </a:endParaRPr>
          </a:p>
        </p:txBody>
      </p:sp>
      <p:sp>
        <p:nvSpPr>
          <p:cNvPr id="95" name="文字方塊 94"/>
          <p:cNvSpPr txBox="1"/>
          <p:nvPr/>
        </p:nvSpPr>
        <p:spPr>
          <a:xfrm>
            <a:off x="3390232" y="6121620"/>
            <a:ext cx="13484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prstClr val="black"/>
                </a:solidFill>
                <a:latin typeface="Calibri" pitchFamily="34" charset="0"/>
                <a:ea typeface="微軟正黑體" panose="020B0604030504040204" pitchFamily="34" charset="-120"/>
              </a:rPr>
              <a:t>內部保護網路</a:t>
            </a:r>
            <a:endParaRPr lang="zh-TW" altLang="en-US" sz="1400" b="1" dirty="0">
              <a:solidFill>
                <a:prstClr val="black"/>
              </a:solidFill>
              <a:latin typeface="Calibri" pitchFamily="34" charset="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74426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華麗">
  <a:themeElements>
    <a:clrScheme name="華麗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華麗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華麗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59</Words>
  <Application>Microsoft Office PowerPoint</Application>
  <PresentationFormat>寬螢幕</PresentationFormat>
  <Paragraphs>23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微軟正黑體</vt:lpstr>
      <vt:lpstr>Calibri</vt:lpstr>
      <vt:lpstr>Trebuchet MS</vt:lpstr>
      <vt:lpstr>Wingdings</vt:lpstr>
      <vt:lpstr>Wingdings 2</vt:lpstr>
      <vt:lpstr>華麗</vt:lpstr>
      <vt:lpstr>防火牆環境範例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防火牆環境範例</dc:title>
  <dc:creator>user</dc:creator>
  <cp:lastModifiedBy>user</cp:lastModifiedBy>
  <cp:revision>1</cp:revision>
  <dcterms:created xsi:type="dcterms:W3CDTF">2025-12-29T10:37:23Z</dcterms:created>
  <dcterms:modified xsi:type="dcterms:W3CDTF">2025-12-29T10:38:23Z</dcterms:modified>
</cp:coreProperties>
</file>