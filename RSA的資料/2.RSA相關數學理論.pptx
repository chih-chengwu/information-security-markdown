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0033CC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306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AA8A-D443-49F3-93FA-AE8619A232F1}" type="datetimeFigureOut">
              <a:rPr lang="zh-TW" altLang="en-US" smtClean="0"/>
              <a:t>2023/11/20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A316-450A-4678-95EF-09BF5D3998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1532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AA8A-D443-49F3-93FA-AE8619A232F1}" type="datetimeFigureOut">
              <a:rPr lang="zh-TW" altLang="en-US" smtClean="0"/>
              <a:t>2023/11/20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A316-450A-4678-95EF-09BF5D3998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264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AA8A-D443-49F3-93FA-AE8619A232F1}" type="datetimeFigureOut">
              <a:rPr lang="zh-TW" altLang="en-US" smtClean="0"/>
              <a:t>2023/11/20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A316-450A-4678-95EF-09BF5D3998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90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AA8A-D443-49F3-93FA-AE8619A232F1}" type="datetimeFigureOut">
              <a:rPr lang="zh-TW" altLang="en-US" smtClean="0"/>
              <a:t>2023/11/20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A316-450A-4678-95EF-09BF5D3998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2622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AA8A-D443-49F3-93FA-AE8619A232F1}" type="datetimeFigureOut">
              <a:rPr lang="zh-TW" altLang="en-US" smtClean="0"/>
              <a:t>2023/11/20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A316-450A-4678-95EF-09BF5D3998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718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AA8A-D443-49F3-93FA-AE8619A232F1}" type="datetimeFigureOut">
              <a:rPr lang="zh-TW" altLang="en-US" smtClean="0"/>
              <a:t>2023/11/20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A316-450A-4678-95EF-09BF5D3998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634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AA8A-D443-49F3-93FA-AE8619A232F1}" type="datetimeFigureOut">
              <a:rPr lang="zh-TW" altLang="en-US" smtClean="0"/>
              <a:t>2023/11/20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A316-450A-4678-95EF-09BF5D3998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934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AA8A-D443-49F3-93FA-AE8619A232F1}" type="datetimeFigureOut">
              <a:rPr lang="zh-TW" altLang="en-US" smtClean="0"/>
              <a:t>2023/11/20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A316-450A-4678-95EF-09BF5D3998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665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AA8A-D443-49F3-93FA-AE8619A232F1}" type="datetimeFigureOut">
              <a:rPr lang="zh-TW" altLang="en-US" smtClean="0"/>
              <a:t>2023/11/20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A316-450A-4678-95EF-09BF5D3998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2373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AA8A-D443-49F3-93FA-AE8619A232F1}" type="datetimeFigureOut">
              <a:rPr lang="zh-TW" altLang="en-US" smtClean="0"/>
              <a:t>2023/11/20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A316-450A-4678-95EF-09BF5D3998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2282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AA8A-D443-49F3-93FA-AE8619A232F1}" type="datetimeFigureOut">
              <a:rPr lang="zh-TW" altLang="en-US" smtClean="0"/>
              <a:t>2023/11/20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CA316-450A-4678-95EF-09BF5D3998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1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AA8A-D443-49F3-93FA-AE8619A232F1}" type="datetimeFigureOut">
              <a:rPr lang="zh-TW" altLang="en-US" smtClean="0"/>
              <a:t>2023/11/20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CA316-450A-4678-95EF-09BF5D3998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9954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090663"/>
          </a:xfrm>
        </p:spPr>
        <p:txBody>
          <a:bodyPr>
            <a:normAutofit/>
          </a:bodyPr>
          <a:lstStyle/>
          <a:p>
            <a:r>
              <a:rPr lang="en-US" altLang="zh-TW" sz="60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RSA</a:t>
            </a:r>
            <a:r>
              <a:rPr lang="zh-TW" altLang="en-US" sz="60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相關數學理論</a:t>
            </a:r>
            <a:endParaRPr lang="zh-TW" altLang="en-US" sz="6000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00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856984" cy="1143000"/>
          </a:xfrm>
          <a:ln w="12700">
            <a:solidFill>
              <a:srgbClr val="FF0000"/>
            </a:solidFill>
          </a:ln>
        </p:spPr>
        <p:txBody>
          <a:bodyPr>
            <a:noAutofit/>
          </a:bodyPr>
          <a:lstStyle/>
          <a:p>
            <a:r>
              <a:rPr lang="zh-TW" altLang="en-US" b="1" dirty="0" smtClean="0">
                <a:solidFill>
                  <a:srgbClr val="0000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以質數</a:t>
            </a:r>
            <a:r>
              <a:rPr lang="en-US" altLang="zh-TW" b="1" dirty="0" smtClean="0">
                <a:solidFill>
                  <a:srgbClr val="0000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19</a:t>
            </a:r>
            <a:r>
              <a:rPr lang="zh-TW" altLang="en-US" b="1" dirty="0" smtClean="0">
                <a:solidFill>
                  <a:srgbClr val="0000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為例 </a:t>
            </a:r>
            <a:r>
              <a:rPr lang="en-US" altLang="zh-TW" b="1" dirty="0" smtClean="0">
                <a:solidFill>
                  <a:srgbClr val="0000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 </a:t>
            </a:r>
            <a:r>
              <a:rPr lang="zh-TW" altLang="en-US" b="1" dirty="0" smtClean="0">
                <a:solidFill>
                  <a:srgbClr val="0000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整數的指數取同餘</a:t>
            </a:r>
            <a:endParaRPr lang="zh-TW" altLang="en-US" b="1" dirty="0">
              <a:solidFill>
                <a:srgbClr val="0000CC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00199"/>
            <a:ext cx="8964136" cy="5160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296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  <a:ln w="12700">
            <a:solidFill>
              <a:srgbClr val="FF0000"/>
            </a:solidFill>
          </a:ln>
        </p:spPr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相關的數學理論 </a:t>
            </a:r>
            <a:r>
              <a:rPr lang="en-US" altLang="zh-TW" b="1" dirty="0">
                <a:solidFill>
                  <a:srgbClr val="0000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zh-TW" b="1" dirty="0">
                <a:solidFill>
                  <a:srgbClr val="0000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費馬小定理</a:t>
            </a:r>
            <a:endParaRPr lang="zh-TW" altLang="en-US" b="1" dirty="0">
              <a:solidFill>
                <a:srgbClr val="0000CC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84" y="1916832"/>
            <a:ext cx="8953812" cy="4526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53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  <a:ln w="12700">
            <a:solidFill>
              <a:srgbClr val="FF0000"/>
            </a:solidFill>
          </a:ln>
        </p:spPr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尤拉定理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5" y="1556792"/>
            <a:ext cx="9025107" cy="5141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360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</TotalTime>
  <Words>27</Words>
  <Application>Microsoft Office PowerPoint</Application>
  <PresentationFormat>如螢幕大小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新細明體</vt:lpstr>
      <vt:lpstr>標楷體</vt:lpstr>
      <vt:lpstr>Arial</vt:lpstr>
      <vt:lpstr>Calibri</vt:lpstr>
      <vt:lpstr>Office 佈景主題</vt:lpstr>
      <vt:lpstr>RSA相關數學理論</vt:lpstr>
      <vt:lpstr>以質數19為例 - 整數的指數取同餘</vt:lpstr>
      <vt:lpstr>相關的數學理論 -費馬小定理</vt:lpstr>
      <vt:lpstr>尤拉定理</vt:lpstr>
    </vt:vector>
  </TitlesOfParts>
  <Company>tzuchi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chihcheng</dc:creator>
  <cp:lastModifiedBy>hp</cp:lastModifiedBy>
  <cp:revision>29</cp:revision>
  <dcterms:created xsi:type="dcterms:W3CDTF">2021-05-18T15:14:31Z</dcterms:created>
  <dcterms:modified xsi:type="dcterms:W3CDTF">2023-11-20T13:43:49Z</dcterms:modified>
</cp:coreProperties>
</file>